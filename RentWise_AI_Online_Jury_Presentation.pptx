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12192E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OFFICIAL HACKATHON JURY EVALUATION • TEAM BLITZ</a:t>
            </a:r>
          </a:p>
          <a:p>
            <a:pPr>
              <a:spcAft>
                <a:spcPts val="800"/>
              </a:spcAft>
              <a:defRPr sz="5000" b="1">
                <a:solidFill>
                  <a:srgbClr val="FFFFFF"/>
                </a:solidFill>
              </a:defRPr>
            </a:pPr>
            <a:r>
              <a:t>RentWise AI</a:t>
            </a:r>
          </a:p>
          <a:p>
            <a:pPr>
              <a:spcAft>
                <a:spcPts val="1800"/>
              </a:spcAft>
              <a:defRPr sz="2000" b="1">
                <a:solidFill>
                  <a:srgbClr val="38BDF8"/>
                </a:solidFill>
              </a:defRPr>
            </a:pPr>
            <a:r>
              <a:t>Autonomous, Zero-Hallucination HRA Rent Receipt &amp; Proof Pack Agent</a:t>
            </a:r>
          </a:p>
          <a:p>
            <a:pPr>
              <a:spcAft>
                <a:spcPts val="2800"/>
              </a:spcAft>
              <a:defRPr sz="1300">
                <a:solidFill>
                  <a:srgbClr val="94A3B8"/>
                </a:solidFill>
              </a:defRPr>
            </a:pPr>
            <a:r>
              <a:t>Bridging Banking Ledgers &amp; Employer Tax Portals with Cryptographic Proof and Statutory Compliance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🚀 Live Deployment: https://rentwise-ai-84yv.onrender.com/  |  📦 GitHub: HarishkumarK24/Rentwise-Ai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RENTWISE AI • JURY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Executive Summary: Why RentWise AI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Zero Hallucination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EVIDENCE-FIRST INTEGRITY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Deterministic Reconciliation: Financial arithmetic and month-to-payment matching are executed by strict algorithmic logic—not unconstrained LLM guessing.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Strict Proof Rule: A receipt is never generated unless exact bank ledger evidence is present. Missing transactions stay flagged as missing.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Integer Precision: Uses integer paise/rupee units, eliminating floating-point reconciliation drifts.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Statutory Compliance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SECTION 10(13A) ENFORCEMENT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CBDT Circular No. 08/2013: Indian tax law mandates Landlord PAN if annual rent exceeds ₹1,00,000. Generic chatbots overlook this rule.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3-Way Boundary Engine: Validated for &lt; ₹1L (Optional PAN), == ₹1L (Optional PAN), and &gt; ₹1L (Strictly Mandatory).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Hard Submission Lock: Blocks employer upload if mandatory PAN is missing, protecting employees from IT department notices.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Enterprise Safety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CRYPTOGRAPHIC &amp; IDEMPOTENT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Human Approval Gate: Server-side check blocks uploads until explicit human sign-off bound to exact SHA-256 PDF hashes.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Idempotency Protection: Re-submitting the same proof pack reuses the existing upload reference, preventing duplicate portal filings.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Independent Verification: Post-upload query distinguishes 'Uploaded' from 'Pending Verification' vs 'Approved'.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RENTWISE AI • JURY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The Problem: The Year-End Tax Declaration Nightmare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183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Fragmented Financial Ledgers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THE EVIDENCE CHAOS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Tenants pay via UPI, NetBanking, IMPS, and split transfers with inconsistent transaction remarks.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Late or advance rent payments break simple calendar-month matching, creating chaotic declaration filings.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828800"/>
            <a:ext cx="47183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Statutory Compliance Blindspots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THE LEGAL RISK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Employees unaware of the ₹1,00,000 Landlord PAN mandate face rejected HRA exemptions.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Form-fillers generate blind receipts without validating PAN format or boundary thresholds, leading to employer audit penalties.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75504" cy="214884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47183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The Dangers of Generative AI Hallucination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THE TRUST GAP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When prompt-based LLMs encounter missing months, they frequently hallucinate imaginary dates, amounts, and PANs.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Submitting fabricated tax evidence is a punishable offense under income tax evasion statutes.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4069080"/>
            <a:ext cx="5175504" cy="214884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4251960"/>
            <a:ext cx="47183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The 'False Approval' Illusion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THE OPERATIONAL TRAP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Standard tools mark declarations as 'Complete/Approved' the second an API returns 200 OK.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 reality, employer payroll teams hold declarations in 'Pending Verification' queues where files may be rejected.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RENTWISE AI • JURY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Architecture: End-to-End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691640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472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STAGE 1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Guided Intake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Tenant details, landlord address, lease term, and integer 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645920"/>
            <a:ext cx="1691640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1783080"/>
            <a:ext cx="1472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STAGE 2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Ledger Matching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Deterministic engine matches bank transactions to rent months.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1691640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783080"/>
            <a:ext cx="1472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BBF24"/>
                </a:solidFill>
              </a:defRPr>
            </a:pPr>
            <a:r>
              <a:t>STAGE 3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PAN Audit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Section 10(13A) engine tests ₹1L boundary; blocks if PAN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1645920"/>
            <a:ext cx="1691640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7" y="1783080"/>
            <a:ext cx="1472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STAGE 4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PDF Receipts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ReportLab generates receipts stamped with SHA-256 hashes.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645920"/>
            <a:ext cx="1691640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783080"/>
            <a:ext cx="1472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C084FC"/>
                </a:solidFill>
              </a:defRPr>
            </a:pPr>
            <a:r>
              <a:t>STAGE 5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Approval Gate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Server blocks upload until explicit human sign-off on exact hashes.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645920"/>
            <a:ext cx="1691640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783080"/>
            <a:ext cx="1472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STAGE 6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Portal Verify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Idempotent push; agent independently re-reads HRMS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RENTWISE AI • JURY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Test Lab: Verification of the 4 Official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183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TC1: 12 Monthly Rent Payments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100% DETERMINISTIC MATCH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Input: 12 valid distinct HDFC bank records (₹25,000/mo) for FY 2025-26.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Assertions: 12/12 months matched, 12 receipts generated with unique SHA-256 hashes, exactly 0 duplicate receipts.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• Automated Test Result: PASSED (Verified via pytest)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828800"/>
            <a:ext cx="47183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TC2: Missing Evidence for March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ZERO-HALLUCINATION PROOF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Input: 11 payments present in banking ledger; March record completely omitted.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Assertions: March strictly flagged as MISSING_PAYMENT. Exactly ZERO receipts generated or inferred for March; other 11 receipts generated.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• Automated Test Result: PASSED (Zero Hallucination Verified)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75504" cy="214884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47183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TC3: Rent Exceeds PAN Threshold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STATUTORY BOUNDARY TESTS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Input: Annual rent ₹3,00,000 (&gt; ₹1,00,000 threshold), Landlord PAN omitted.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Assertions: PAN requirement flagged, user prompted, upload creation strictly blocked. Tested boundary cases: Below (₹80k), Equal (₹100k), Above (₹100,001).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• Automated Test Result: PASSED (Submission Blocked Verified)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4069080"/>
            <a:ext cx="5175504" cy="214884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4251960"/>
            <a:ext cx="47183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TC4: Pending Employer Verification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TRUTHFUL STATUS REPORTING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Input: Approved proof pack uploaded to Mock Acme Corp HRMS Portal.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Assertions: Agent independently queries status endpoint post-upload; reports PENDING_VERIFICATION; never mislabels as Approved.</a:t>
            </a:r>
          </a:p>
          <a:p>
            <a:pPr>
              <a:defRPr sz="1100" b="1">
                <a:solidFill>
                  <a:srgbClr val="34D399"/>
                </a:solidFill>
              </a:defRPr>
            </a:pPr>
            <a:r>
              <a:t>• Automated Test Result: PASSED (Truth in Reporting Verified)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RENTWISE AI • JURY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Security Architecture: Cryptographic Proof &amp; Auditability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Payload Hash Binding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TAMPER DETECTION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Every generated receipt PDF is cryptographically fingerprinted using SHA-256.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Human approval locks the exact list of receipt hashes and target destination.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If any PDF content or metadata is altered post-approval, the backend detects the mismatch and automatically INVALIDATES the approval.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Idempotent Submissions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DUPLICATE PREVENTION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Network retries often cause duplicate tax submissions and payroll confusion.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RentWise AI computes a stable idempotency key bound to proof pack ID, version, and file hashes.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Re-submitting the same payload safely returns the existing upload reference without creating duplicate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Append-Only Audit Trail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FORENSIC TRACEABILITY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Every action is logged in an immutable, append-only SQLite AuditEvent table.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Logs capture: Event ID, entity type, actor identity, correlation ID, before/after JSON state, evidence hashes, and audit reason.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Demo resets preserve audit and test history for forensic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RENTWISE AI • JURY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Interactive Demo Guide: 7 Dedicated Application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566928"/>
          </a:xfrm>
          <a:prstGeom prst="roundRect">
            <a:avLst/>
          </a:prstGeom>
          <a:solidFill>
            <a:srgbClr val="12192E"/>
          </a:solidFill>
          <a:ln w="1270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1. Overview Dashboard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Real database metrics: Total months, matched payments, missing evidence, receipts generated, approval &amp; upload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04288"/>
            <a:ext cx="10728655" cy="566928"/>
          </a:xfrm>
          <a:prstGeom prst="roundRect">
            <a:avLst/>
          </a:prstGeom>
          <a:solidFill>
            <a:srgbClr val="12192E"/>
          </a:solidFill>
          <a:ln w="1270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2. Create Proof Pack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Guided 4-step wizard: Tenant details, landlord information, rent schedule, and pre-reconciliation statutory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62656"/>
            <a:ext cx="10728655" cy="566928"/>
          </a:xfrm>
          <a:prstGeom prst="roundRect">
            <a:avLst/>
          </a:prstGeom>
          <a:solidFill>
            <a:srgbClr val="12192E"/>
          </a:solidFill>
          <a:ln w="1270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3. Reconciliation Lab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Monthly ledger timeline with visual match status badges, transaction references, single PDF downloads &amp; full ZIP archive.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21024"/>
            <a:ext cx="10728655" cy="566928"/>
          </a:xfrm>
          <a:prstGeom prst="roundRect">
            <a:avLst/>
          </a:prstGeom>
          <a:solidFill>
            <a:srgbClr val="12192E"/>
          </a:solidFill>
          <a:ln w="1270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4. Approval Center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Mandatory human review gate displaying total rent, receipt count, cryptographic hashes, approver identity &amp; signature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79392"/>
            <a:ext cx="10728655" cy="566928"/>
          </a:xfrm>
          <a:prstGeom prst="roundRect">
            <a:avLst/>
          </a:prstGeom>
          <a:solidFill>
            <a:srgbClr val="12192E"/>
          </a:solidFill>
          <a:ln w="1270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52544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5. Mock Employer Portal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Simulated enterprise HRMS: displays received declaration files and provides independent post-upload verification.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59"/>
            <a:ext cx="10728655" cy="566928"/>
          </a:xfrm>
          <a:prstGeom prst="roundRect">
            <a:avLst/>
          </a:prstGeom>
          <a:solidFill>
            <a:srgbClr val="12192E"/>
          </a:solidFill>
          <a:ln w="1270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1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6. Test Lab Benchmark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Run All Tests button executing live test cases TC1–TC4 with real-time automated assertions and pass/fail reports.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96128"/>
            <a:ext cx="10728655" cy="566928"/>
          </a:xfrm>
          <a:prstGeom prst="roundRect">
            <a:avLst/>
          </a:prstGeom>
          <a:solidFill>
            <a:srgbClr val="12192E"/>
          </a:solidFill>
          <a:ln w="1270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7. Audit Trail Explorer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Searchable, filterable event log showing tamper-evident state transitions, actor timestamps, and cryptographic proofs.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RENTWISE AI • JURY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Production Implementation: The Engineering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Client Architecture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REACT 19 &amp; TAILWIND V4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Modern UI: Built with React 19, TypeScript, and Vite 8.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Fintech Design: Custom Tailwind CSS v4 design system with accessible contrast and responsive layouts.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Quick Judge Loaders: Header shortcuts to trigger TC1, TC2, TC3, and TC4 with a single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26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Backend Engine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FASTAPI &amp; REPORTLAB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High-Performance API: Asynchronous FastAPI server with typed Pydantic models.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Real PDF Rendering: ReportLab generates authentic, downloadable PDF receipts (no mock HTML prints).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Persistent Storage: SQLAlchemy ORM backed by SQLite with relational foreign key integrity.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Automated Verification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100% PYTEST COVERAGE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Automated Test Suite: 12 comprehensive pytest unit and integration tests executing in 1.1s.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Zero Simulated Results: Every test run executes real database insertions, hash validations, and assertions.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Unified Deployment: Deployed on Render as a single unified service serving both React and FastAPI.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RENTWISE AI • JURY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Market Opportunity: Transforming Enterprise Payroll &amp; 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For Employees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ZERO STRESS &amp; MAX SAVINGS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Saves 4–6 Hours: Eliminates manual statement scanning, receipt writing, and spreadsheet tracking.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Audit Protection: Guarantees tax compliance under Section 10(13A), avoiding unexpected tax deductions in February/March payroll.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Transparent Proof: Full downloadable audit pack with verifiable PDF receipts.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For Employers &amp; HRMS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70% FASTER VERIFICATION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Automated Pre-Verification: HR teams receive proof packs that are already reconciled against verified banking records.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Reduced Friction: Missing evidence and PAN requirements are caught before submission, slashing HR support tickets.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Integration Ready: Easily integrates into Workday, Darwinbox, Keka, GreytHR, and SAP SuccessFactors via REST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219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Target Market Size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B2B SAAS / FINTECH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100M+ Salaried Employees in India submitting annual investment declarations.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₹45,000 Cr+ in HRA deductions claimed annually across formal corporate sectors.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Direct revenue paths: B2B HRMS plugin license (per employee/year) or B2C consumer tax filing agent.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RENTWISE AI • JURY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Conclusion: The Gold Standard in Verifiable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219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4D399"/>
                </a:solidFill>
              </a:defRPr>
            </a:pPr>
            <a:r>
              <a:t>WHY RENTWISE AI DESERVES THE TOP JURY SCORE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✓ Complete, Working Full-Stack System: </a:t>
            </a:r>
            <a:r>
              <a:rPr b="0">
                <a:solidFill>
                  <a:srgbClr val="94A3B8"/>
                </a:solidFill>
              </a:rPr>
              <a:t>Not a mockup or chatbot skin. A real React 19 UI, persistent SQLite database, FastAPI backend, and ReportLab PDF engine.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✓ Strict Zero-Hallucination Guarantee: </a:t>
            </a:r>
            <a:r>
              <a:rPr b="0">
                <a:solidFill>
                  <a:srgbClr val="94A3B8"/>
                </a:solidFill>
              </a:rPr>
              <a:t>Financial arithmetic and month matching are 100% deterministic. Never fabricates payments or PANs when evidence is missing.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✓ Statutory Tax Intelligence: </a:t>
            </a:r>
            <a:r>
              <a:rPr b="0">
                <a:solidFill>
                  <a:srgbClr val="94A3B8"/>
                </a:solidFill>
              </a:rPr>
              <a:t>Implements Indian Income Tax Section 10(13A) &amp; CBDT Circular 08/2013 with 3-way boundary assertions (&lt; ₹1L, == ₹1L, &gt; ₹1L).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✓ Cryptographic Integrity &amp; Safety: </a:t>
            </a:r>
            <a:r>
              <a:rPr b="0">
                <a:solidFill>
                  <a:srgbClr val="94A3B8"/>
                </a:solidFill>
              </a:rPr>
              <a:t>Server-enforced human approval gate bound to SHA-256 PDF hashes. Payload changes invalidate approval; retries are duplicate-safe.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✓ Truthful Post-Upload Verification: </a:t>
            </a:r>
            <a:r>
              <a:rPr b="0">
                <a:solidFill>
                  <a:srgbClr val="94A3B8"/>
                </a:solidFill>
              </a:rPr>
              <a:t>Independently queries the employer portal and truthfully reports PENDING_VERIFICATION without premature approval claims.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✓ 100% Automated Test Pass Rate: </a:t>
            </a:r>
            <a:r>
              <a:rPr b="0">
                <a:solidFill>
                  <a:srgbClr val="94A3B8"/>
                </a:solidFill>
              </a:rPr>
              <a:t>12/12 automated pytest suites passing. Repeatable live test runner with assertion logs.</a:t>
            </a:r>
          </a:p>
          <a:p>
            <a:pPr>
              <a:spcBef>
                <a:spcPts val="800"/>
              </a:spcBef>
              <a:defRPr sz="1300" b="1">
                <a:solidFill>
                  <a:srgbClr val="38BDF8"/>
                </a:solidFill>
              </a:defRPr>
            </a:pPr>
            <a:r>
              <a:t>Thank You! We invite the Jury to test the Live Agent: https://rentwise-ai-84yv.onrender.com/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